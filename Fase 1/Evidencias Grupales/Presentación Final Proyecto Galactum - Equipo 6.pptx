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27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181" y="2217390"/>
            <a:ext cx="4719637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4268985"/>
            <a:ext cx="10077450" cy="371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643" y="2703165"/>
            <a:ext cx="5710713" cy="6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0F172A"/>
                </a:solidFill>
                <a:latin typeface="Poppins"/>
              </a:rPr>
              <a:t>GALACTUM </a:t>
            </a:r>
            <a:r>
              <a:rPr b="1" sz="4200" i="0" u="none">
                <a:solidFill>
                  <a:srgbClr val="0284C7"/>
                </a:solidFill>
                <a:latin typeface="Poppins"/>
              </a:rPr>
              <a:t>Equipo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3430785"/>
            <a:ext cx="8191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b="0" sz="1500" i="0" u="none">
                <a:solidFill>
                  <a:srgbClr val="475569"/>
                </a:solidFill>
                <a:latin typeface="Lato"/>
              </a:rPr>
              <a:t>Diseño, producción e integración de assets 2D y sistema de UI para cliente multijugador en Godot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4469010"/>
            <a:ext cx="3295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Lato"/>
              </a:rPr>
              <a:t>Institución:</a:t>
            </a:r>
            <a:r>
              <a:rPr b="0" sz="1125" i="0" u="none">
                <a:solidFill>
                  <a:srgbClr val="64748B"/>
                </a:solidFill>
                <a:latin typeface="Lato"/>
              </a:rPr>
              <a:t> Duoc UC — Sede Padre Alonso de Ovalle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3925" y="4469010"/>
            <a:ext cx="3686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Lato"/>
              </a:rPr>
              <a:t>Equipo:</a:t>
            </a:r>
            <a:r>
              <a:rPr b="0" sz="1125" i="0" u="none">
                <a:solidFill>
                  <a:srgbClr val="64748B"/>
                </a:solidFill>
                <a:latin typeface="Lato"/>
              </a:rPr>
              <a:t> Vania González · Víctor Mendoza · Fabián Quezada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1100" y="4469010"/>
            <a:ext cx="2333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Lato"/>
              </a:rPr>
              <a:t>Especialidad:</a:t>
            </a:r>
            <a:r>
              <a:rPr b="0" sz="1125" i="0" u="none">
                <a:solidFill>
                  <a:srgbClr val="64748B"/>
                </a:solidFill>
                <a:latin typeface="Lato"/>
              </a:rPr>
              <a:t> Assets 2D &amp; UI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0971"/>
            <a:ext cx="3555950" cy="25485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530971"/>
            <a:ext cx="3555950" cy="25485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530971"/>
            <a:ext cx="3555950" cy="25485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97671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69171"/>
            <a:ext cx="323368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Vania González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21596"/>
            <a:ext cx="3079700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Lato"/>
              </a:rPr>
              <a:t>Cargo: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Diseño y producción 2D/UI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08226"/>
            <a:ext cx="3079700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Lato"/>
              </a:rPr>
              <a:t>Responsabilidades: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94857"/>
            <a:ext cx="307970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• Elaboración de guía de estilo y líneas gráficas.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• Diseño de interfaces y paletas cromáticas.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• Análisis y priorización de requerimientos con equipos de producto.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2797671"/>
            <a:ext cx="438150" cy="438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6075" y="3369171"/>
            <a:ext cx="323368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Víctor Mendoza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3721596"/>
            <a:ext cx="3079700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Lato"/>
              </a:rPr>
              <a:t>Cargo: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Diseño y producción 2D/UI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075" y="3908226"/>
            <a:ext cx="3079700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Lato"/>
              </a:rPr>
              <a:t>Responsabilidades: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4094857"/>
            <a:ext cx="307970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• Desarrollo y renderizado de assets solicitados.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• Revisión interna de calidad y coherencia estética.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• Validación técnica de entregables en el motor Godot.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525" y="2797671"/>
            <a:ext cx="438150" cy="4381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02525" y="3369171"/>
            <a:ext cx="323368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Fabián Quezada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525" y="3721596"/>
            <a:ext cx="3079700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Lato"/>
              </a:rPr>
              <a:t>Cargo: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Gestión y producción 2D/UI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525" y="3908226"/>
            <a:ext cx="3079700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Lato"/>
              </a:rPr>
              <a:t>Responsabilidades: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525" y="4094857"/>
            <a:ext cx="307970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• Apoyo en catalogación y gestión de backlog.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• Seguimiento de avances, iteraciones y entregas.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Lato"/>
              </a:rPr>
              <a:t> • Control de versionamiento y empaquetado de assets.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902446"/>
            <a:ext cx="2286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150" y="3397746"/>
            <a:ext cx="952500" cy="2381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6562" y="2902446"/>
            <a:ext cx="25717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9125" y="3397746"/>
            <a:ext cx="981075" cy="2381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300" y="2902446"/>
            <a:ext cx="22860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1775" y="3397746"/>
            <a:ext cx="733425" cy="2381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Equipo de Trabajo y Roles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44528"/>
            <a:ext cx="5353050" cy="874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95487"/>
            <a:ext cx="535305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95487"/>
            <a:ext cx="56207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Poppins"/>
              </a:rPr>
              <a:t>Ecosistema del Videojuego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71712"/>
            <a:ext cx="535305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Galactum es un videojuego de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estrategia espacial multijugador masivo (MMO / 4X)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que involucra el esfuerzo simultáneo y coordinado de múltiples células de desarrollo.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48595"/>
            <a:ext cx="535305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El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Equipo 6 actúa como un Pool de Servicio Centralizado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, asegurando que todos los módulos reciban recursos visuales consistentes, optimizados y listos para producción.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977878"/>
            <a:ext cx="4972050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Categorías de Assets a entregar: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4198739"/>
            <a:ext cx="49720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Retratos de Comandantes · Xenoformas · Equipamiento y Naves · Iconografía · Interfaces UI · Recursos Espaciales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2005012"/>
            <a:ext cx="533400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¿Qué es Galactum?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35993"/>
            <a:ext cx="5353050" cy="3138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35993"/>
            <a:ext cx="5353050" cy="3138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75" y="2521743"/>
            <a:ext cx="4680585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EF4444"/>
                </a:solidFill>
                <a:latin typeface="Poppins"/>
              </a:rPr>
              <a:t>Sin Estandarización (Antes)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7525" y="2521743"/>
            <a:ext cx="4680585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0B981"/>
                </a:solidFill>
                <a:latin typeface="Poppins"/>
              </a:rPr>
              <a:t>Con el Equipo 6 (Después)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74131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7275" y="2969418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Assets desorganizados: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Falta de nomenclatura unificada, carpetas dispersas y nulo control de versiones.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506390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Disparidad visual: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Cada célula crea elementos con criterios artísticos dispares que rompen la inmersión.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4043362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Conflictos de integración: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Formatos incompatibles, tamaños desproporcionados y pivots erróneos en Godot.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580334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Alto retrabajo: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Pérdida de tiempo corrigiendo assets a nivel de código durante sprints finales.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574131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53225" y="2969418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Guía de Estilo Unificada: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Manual con reglas claras de paletas, resoluciones y estilos gráficos.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506390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Assets estandarizados: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Nomenclatura sistemática, empaquetado homogéneo y calidad certificada.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4043362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Integración sin fricción: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Recursos validados directamente en el cliente de Godot Engine.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4580334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Eficiencia colaborativa: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Entregas predecibles mediante pipeline de servicio priorizado.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2940843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3477815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4014787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4551759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2940843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3477815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4014787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4551759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Problemática: Antes vs. Después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5698"/>
            <a:ext cx="2057400" cy="26190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2495698"/>
            <a:ext cx="2057400" cy="261907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7300" y="2495698"/>
            <a:ext cx="2057400" cy="261907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495698"/>
            <a:ext cx="2057400" cy="261907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3100" y="2495698"/>
            <a:ext cx="2057400" cy="261907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762398"/>
            <a:ext cx="438150" cy="438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333898"/>
            <a:ext cx="166020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01. Requerimiento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943498"/>
            <a:ext cx="1581150" cy="93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Recepción formal de solicitudes desde los equipos de producto y priorización en el backlog de sprints.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7525" y="2762398"/>
            <a:ext cx="438150" cy="438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57525" y="3333898"/>
            <a:ext cx="166020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02. Criterio &amp; Boceto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7525" y="3943498"/>
            <a:ext cx="1581150" cy="93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Definición de lineamientos visuales, referencias cruzadas y bocetado conceptual para aprobación.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5425" y="2762398"/>
            <a:ext cx="438150" cy="4381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05425" y="3333898"/>
            <a:ext cx="166020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03. 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5425" y="3686323"/>
            <a:ext cx="1581150" cy="93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Diseño y renderizado digital de assets finales bajo dimensiones y especificaciones técnicas estandarizadas.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3325" y="2762398"/>
            <a:ext cx="438150" cy="4381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53325" y="3333898"/>
            <a:ext cx="166020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04. Validación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3325" y="3686323"/>
            <a:ext cx="158115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Pruebas de contraste visual, legibilidad de UI y verificación técnica de empaquetado para Godot.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1225" y="2762398"/>
            <a:ext cx="438150" cy="4381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01225" y="3333898"/>
            <a:ext cx="166020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05. Entrega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1225" y="3686323"/>
            <a:ext cx="1581150" cy="93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Versionamiento en repositorio Git, asignación de tags y distribución directa al cliente de Galactum.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975" y="2867173"/>
            <a:ext cx="17145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2300" y="2867173"/>
            <a:ext cx="2286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5912" y="2867173"/>
            <a:ext cx="257175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58100" y="2867173"/>
            <a:ext cx="228600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20287" y="2867173"/>
            <a:ext cx="200025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Nuestra Solución: Pipeline 2D / 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47750" y="2142529"/>
            <a:ext cx="10096500" cy="727471"/>
          </a:xfrm>
          <a:prstGeom prst="roundRect">
            <a:avLst>
              <a:gd name="adj" fmla="val 130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81150" y="2275879"/>
            <a:ext cx="9372600" cy="460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Objetivo General: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Diseñar, producir, organizar y validar los assets 2D y elementos de interfaz de usuario (UI) requeridos para Galactum, asegurando coherencia visual, calidad técnica y compatibilidad directa con el cliente desarrollado en Godot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984301"/>
            <a:ext cx="10096500" cy="506610"/>
          </a:xfrm>
          <a:prstGeom prst="roundRect">
            <a:avLst>
              <a:gd name="adj" fmla="val 188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81150" y="3117651"/>
            <a:ext cx="9372600" cy="239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OE 1 - Guía de Estilo: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Definir una guía de estilo visual y criterios gráficos compartidos para todo el ecosistema del juego.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7750" y="3605212"/>
            <a:ext cx="10096500" cy="506610"/>
          </a:xfrm>
          <a:prstGeom prst="roundRect">
            <a:avLst>
              <a:gd name="adj" fmla="val 188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150" y="3738562"/>
            <a:ext cx="9372600" cy="239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OE 2 - Producción de Recursos: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Diseñar y producir los assets 2D e iconografía solicitada por las células de producto.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7750" y="4226123"/>
            <a:ext cx="10096500" cy="506610"/>
          </a:xfrm>
          <a:prstGeom prst="roundRect">
            <a:avLst>
              <a:gd name="adj" fmla="val 188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81150" y="4359473"/>
            <a:ext cx="9372600" cy="239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OE 3 - Organización &amp; Versionamiento: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Estructurar un sistema de versionamiento y nomenclatura limpia en repositorio.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750" y="4847034"/>
            <a:ext cx="10096500" cy="506610"/>
          </a:xfrm>
          <a:prstGeom prst="roundRect">
            <a:avLst>
              <a:gd name="adj" fmla="val 188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150" y="4980384"/>
            <a:ext cx="9372600" cy="239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OE 4 - Validación y Pruebas: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Realizar pruebas visuales y de integración para garantizar compatibilidad en Godot.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7750" y="2860476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7750" y="3481387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750" y="4102298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7750" y="4723209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750" y="5344120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" y="2299692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3141464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75" y="3762375"/>
            <a:ext cx="1905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775" y="4383285"/>
            <a:ext cx="21907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775" y="5004196"/>
            <a:ext cx="171450" cy="200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Objetivos del Proyecto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1795"/>
            <a:ext cx="5353050" cy="36468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81795"/>
            <a:ext cx="5353050" cy="3646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2238970"/>
            <a:ext cx="4620577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Alcance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7525" y="2238970"/>
            <a:ext cx="4680585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F59E0B"/>
                </a:solidFill>
                <a:latin typeface="Poppins"/>
              </a:rPr>
              <a:t>Limitaciones &amp; Riesgos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291357"/>
            <a:ext cx="26670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7275" y="2686645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Diseño integral de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retratos, xenoformas, equipos, iconografía e interfaces de usuario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223617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Creación del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manual de identidad visual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y paletas para componentes 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760589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Estructuración de carpetas, nomenclatura de archivos y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versionamiento en repositorio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297560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Pruebas de visualización e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integración directa de escenas y recursos en Godot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834532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Recepción y gestión de backlog mediante modelo de </a:t>
            </a:r>
            <a:r>
              <a:rPr b="1" sz="1200" i="0" u="none">
                <a:solidFill>
                  <a:srgbClr val="334155"/>
                </a:solidFill>
                <a:latin typeface="Lato"/>
              </a:rPr>
              <a:t>pool de requerimientos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291357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53225" y="2686645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Dependencia externa: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Ritmo de avance supeditado a las especificaciones de otros equipos de producto.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3223617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Volatilidad de requisitos: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Posibles cambios funcionales durante los sprints de integración.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3760589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Tiempo acotado: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Calendario limitado estrictamente al periodo académico del semestre.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4297560"/>
            <a:ext cx="4572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Frontera de responsabilidades: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 El equipo 6 provee e integra assets; la lógica de red y backend depende de otras células.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2658070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3195042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3732014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4268985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4805957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2658070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3195042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725" y="3732014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725" y="4268985"/>
            <a:ext cx="114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1" sz="1500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Alcances y Limitaciones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52887"/>
            <a:ext cx="2430660" cy="11575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2400002"/>
            <a:ext cx="2430660" cy="1157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860" y="4052887"/>
            <a:ext cx="2430660" cy="11575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541" y="2400002"/>
            <a:ext cx="2430660" cy="11575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23950" y="3786187"/>
            <a:ext cx="99441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754" y="4214812"/>
            <a:ext cx="221215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oppins"/>
              </a:rPr>
              <a:t>Fase 1: 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510087"/>
            <a:ext cx="210681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Recepción del ticket de requerimiento, estimación de esfuerzo y priorización en el backlog de sprint.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435" y="2561927"/>
            <a:ext cx="221215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oppins"/>
              </a:rPr>
              <a:t>Fase 2: Criterio &amp; 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6105" y="2857202"/>
            <a:ext cx="210681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Aplicación de la guía visual, bocetado de composición y producción gráfica de alta fidelidad.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115" y="4214812"/>
            <a:ext cx="221215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oppins"/>
              </a:rPr>
              <a:t>Fase 3: Revisión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8785" y="4510087"/>
            <a:ext cx="210681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QA interno, control de contraste, ajuste de pivotes y retroalimentación iterativa continua.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8796" y="2561927"/>
            <a:ext cx="221215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oppins"/>
              </a:rPr>
              <a:t>Fase 4: Despliegue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1466" y="2857202"/>
            <a:ext cx="210681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Versionamiento en Git, integración en escena Godot y cierre de aceptación formal del entregable.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Metodología de Trabajo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82055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54735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27416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00096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719857"/>
          <a:ext cx="11039473" cy="4170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532584"/>
                <a:gridCol w="2428577"/>
                <a:gridCol w="3311723"/>
                <a:gridCol w="1766589"/>
              </a:tblGrid>
              <a:tr h="52134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Fase / Actividad Principal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Período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Entregables Clave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Responsable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1. Definición y Planificación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Semanas S1 – S4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Alcances, acta de proyecto y repositorio inicial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Todo el equipo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2. Levantamiento de Requerimientos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Semanas S3 – S4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Catálogo de requerimientos iniciales de células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Vania / Fabián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3. Elaboración de Guía de Estilo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Semanas S4 – S7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Manual gráfico, paletas de color y tipografía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Vania González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4. Diseño y Producción de Assets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Semanas S6 – S13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Retratos, naves, xenoformas, iconos y pantallas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Víctor / Vania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5. Revisión y Validación Visual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Semanas S10 – S16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Reportes de QA, ajuste de escala y legibilidad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Víctor Mendoza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6. Integración en Godot y Correcciones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Semanas S13 – S16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Escenas `.tscn`, atlases y recursos probados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Fabián / Víctor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135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Lato"/>
                        </a:rPr>
                        <a:t>7. Cierre y Presentación Final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Semanas S16 – S18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Memoria técnica, repositorio final y defensa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Lato"/>
                        </a:rPr>
                        <a:t>Todo el equipo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310" y="2401788"/>
            <a:ext cx="885825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310" y="3062585"/>
            <a:ext cx="866775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310" y="3612951"/>
            <a:ext cx="9334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6310" y="4163317"/>
            <a:ext cx="8572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6310" y="4713684"/>
            <a:ext cx="98107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6310" y="5153620"/>
            <a:ext cx="914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6310" y="5593556"/>
            <a:ext cx="88582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Cronograma de Trabajo (18 Semanas)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7601"/>
            <a:ext cx="2619375" cy="21752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717601"/>
            <a:ext cx="2619375" cy="21752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717601"/>
            <a:ext cx="2619375" cy="21752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2717601"/>
            <a:ext cx="2619375" cy="217527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84301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555801"/>
            <a:ext cx="225028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1. Equipos de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08226"/>
            <a:ext cx="2143125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Células de juego (Combate, Economía, Mapa Estelar) envían solicitudes técnicas detalladas al canal del Equipo 6.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0" y="2984301"/>
            <a:ext cx="438150" cy="4381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9500" y="3555801"/>
            <a:ext cx="225028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2. Pool de Servicio (E6)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3908226"/>
            <a:ext cx="2143125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Clasificación del asset, normalización según guía de estilo y asignación al pipeline de diseño digital.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2984301"/>
            <a:ext cx="438150" cy="4381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9375" y="3555801"/>
            <a:ext cx="225028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3. Control de Versiones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908226"/>
            <a:ext cx="2143125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Los assets se almacenan con nomenclatura uniforme (`res://assets/ui/...`), organizados por categorías y tags de versión.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0" y="2984301"/>
            <a:ext cx="438150" cy="4381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9250" y="3555801"/>
            <a:ext cx="225028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4. Cliente Godot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908226"/>
            <a:ext cx="2143125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Integración en nodos de interfaz (`Control`, `TextureRect`), garantizando anclajes responsivos y óptimo rendimiento.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3089076"/>
            <a:ext cx="28575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4275" y="3089076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3089076"/>
            <a:ext cx="2286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5450" y="3089076"/>
            <a:ext cx="2857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Arquitectura y Flujo de Integración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6354"/>
            <a:ext cx="5353050" cy="30777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66354"/>
            <a:ext cx="5353050" cy="30777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2523529"/>
            <a:ext cx="4620577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Desarrollo de Software &amp;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971204"/>
            <a:ext cx="476250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Capacidad de diseñar e implementar componentes visuales e interactivos bajo buenas prácticas de ingeniería, garantizando compatibilidad con el motor de videojuego Godot.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75" y="3862387"/>
            <a:ext cx="4680585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Aseguramiento de Calidad (QA)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310062"/>
            <a:ext cx="476250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Ejecución de revisiones sistemáticas, pruebas de usabilidad e inspección de contrastes visuales para evitar inconsistencias antes de la entrega formal a producción.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100" y="2523529"/>
            <a:ext cx="4650581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Gestión de Proyectos Ágiles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971204"/>
            <a:ext cx="476250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Planificación de sprints, gestión de prioridades en modelo de servicio compartido y cumplimiento de cronograma estipulado a 18 semanas de desarrollo.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3862387"/>
            <a:ext cx="4730591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oppins"/>
              </a:rPr>
              <a:t>Solución de Problemas Complejos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310062"/>
            <a:ext cx="476250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Resolución de cuellos de botella en la producción de assets colaborativos, estableciendo estándares comunes para múltiples células independientes.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75917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914775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2575917"/>
            <a:ext cx="2381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914775"/>
            <a:ext cx="16192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Competencias Profesionales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4300537"/>
            <a:ext cx="43815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10426" y="2185987"/>
            <a:ext cx="9171146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oppins"/>
              </a:rPr>
              <a:t>¿Preguntas o Comentarios?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3205162"/>
            <a:ext cx="61912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b="0" sz="1500" i="0" u="none">
                <a:solidFill>
                  <a:srgbClr val="475569"/>
                </a:solidFill>
                <a:latin typeface="Lato"/>
              </a:rPr>
              <a:t>Gracias por su atención. Estamos a disposición de la comisión evaluadora para consultas sobre el proceso de diseño, estandarización e integración técnica.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67112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491507"/>
            <a:ext cx="99536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https://preview.redd.it/a-space-sci-fi-prison-escape-strategy-game-concept-in-pre-v0-v7ii5cbjsvpf1.jpg?width=640&amp;crop=smart&amp;auto=webp&amp;s=f5074c6953feefdef6250ac5ca86252cdcb885eb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898106"/>
            <a:ext cx="995362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www.reddit.com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